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Super Store Product Analysis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46544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</a:rPr>
              <a:t>Learning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1AC1B-D3FD-E13D-6F44-108B4221C5F4}"/>
              </a:ext>
            </a:extLst>
          </p:cNvPr>
          <p:cNvSpPr txBox="1"/>
          <p:nvPr/>
        </p:nvSpPr>
        <p:spPr>
          <a:xfrm>
            <a:off x="199809" y="1630397"/>
            <a:ext cx="6800431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 perform loading, cleaning and transformation of data using Power BI.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learn how to create and customize various charts and advanced visualizations.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To modify chart </a:t>
            </a:r>
            <a:r>
              <a:rPr lang="en-IN" sz="2000" dirty="0" err="1"/>
              <a:t>colors,add</a:t>
            </a:r>
            <a:r>
              <a:rPr lang="en-IN" sz="2000" dirty="0"/>
              <a:t> visual </a:t>
            </a:r>
            <a:r>
              <a:rPr lang="en-IN" sz="2000" dirty="0" err="1"/>
              <a:t>box,shadow</a:t>
            </a:r>
            <a:r>
              <a:rPr lang="en-IN" sz="2000" dirty="0"/>
              <a:t> and change background </a:t>
            </a:r>
            <a:r>
              <a:rPr lang="en-IN" sz="2000" dirty="0" err="1"/>
              <a:t>color</a:t>
            </a:r>
            <a:r>
              <a:rPr lang="en-IN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Learn how to use slicers and filters for creating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T</a:t>
            </a:r>
            <a:r>
              <a:rPr lang="en-IN" sz="2200" b="1" dirty="0" err="1">
                <a:solidFill>
                  <a:srgbClr val="213163"/>
                </a:solidFill>
              </a:rPr>
              <a:t>ools</a:t>
            </a:r>
            <a:r>
              <a:rPr lang="en-IN" sz="22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26886-DC5D-19B9-E30D-18EE13DEE22F}"/>
              </a:ext>
            </a:extLst>
          </p:cNvPr>
          <p:cNvSpPr txBox="1"/>
          <p:nvPr/>
        </p:nvSpPr>
        <p:spPr>
          <a:xfrm>
            <a:off x="431321" y="1923691"/>
            <a:ext cx="10532853" cy="239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Bar charts were utilized by assigning data to the x-axis and y-axis fields accordingly.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Line charts were employed to identify trends and derive new insights.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Pie charts were used for data comparison and analysis.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Additionally, various visualization tools such as tree maps, funnels, cards, and donut charts were applied to analyze the data effectively.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Methodology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7EBDB-68B7-5949-8CB5-62BEC30792E4}"/>
              </a:ext>
            </a:extLst>
          </p:cNvPr>
          <p:cNvSpPr txBox="1"/>
          <p:nvPr/>
        </p:nvSpPr>
        <p:spPr>
          <a:xfrm>
            <a:off x="268356" y="1906437"/>
            <a:ext cx="11041811" cy="325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the visualizations tab, the first step is to choose the desired chart type to analyze the data.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Next, you need to add fields to represent the data on the x-axis and y-axis.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Filters can also be applied to display the top N data points.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Additionally, you can customize various elements, such as canvas color, text color, and background settings.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Finally, by creating a dashboard, you can display all the charts on a single page.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9225" y="1037159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Problem Statement: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5ECEE-D3C1-8EA3-C2B3-6D831DEECC72}"/>
              </a:ext>
            </a:extLst>
          </p:cNvPr>
          <p:cNvSpPr txBox="1"/>
          <p:nvPr/>
        </p:nvSpPr>
        <p:spPr>
          <a:xfrm>
            <a:off x="897148" y="1656272"/>
            <a:ext cx="9782354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goal is to analyze the superstore dataset to understand sales fluctuations and estimate the profitability of products sold across different regions, categories, and customer segments.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4C4C3-EB90-2D63-2910-6037727AC71E}"/>
              </a:ext>
            </a:extLst>
          </p:cNvPr>
          <p:cNvSpPr txBox="1"/>
          <p:nvPr/>
        </p:nvSpPr>
        <p:spPr>
          <a:xfrm>
            <a:off x="388190" y="2070340"/>
            <a:ext cx="11162580" cy="181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superstores dataset has been analyzed to uncover new trends and generate valuable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analysis provides a deeper understanding of the data, allowing for real-time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Additionally, it offers flexibility in adding various data points and contributes to enhancing the overall sales 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94719" y="1011280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Screenshot of Output: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CE05E-6266-0231-3548-1BC0B060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116" y="1505381"/>
            <a:ext cx="8817104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213163"/>
                </a:solidFill>
              </a:rPr>
              <a:t>Conclusion:  </a:t>
            </a:r>
            <a:endParaRPr lang="en-IN" sz="22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22AF74-F79B-23A7-CDEE-A759B4CF10E7}"/>
              </a:ext>
            </a:extLst>
          </p:cNvPr>
          <p:cNvSpPr txBox="1"/>
          <p:nvPr/>
        </p:nvSpPr>
        <p:spPr>
          <a:xfrm>
            <a:off x="1043796" y="1656272"/>
            <a:ext cx="9514936" cy="219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Successfully imported, cleaned and transformed raw data using Power BI for 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Created various charts and graphs such as bar chart, line chart, pie chart, donut chart, cards and </a:t>
            </a:r>
            <a:r>
              <a:rPr lang="en-IN" dirty="0" err="1"/>
              <a:t>treemaps</a:t>
            </a:r>
            <a:r>
              <a:rPr lang="en-IN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Designed interactive dashboard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63</TotalTime>
  <Words>358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sweth</cp:lastModifiedBy>
  <cp:revision>7</cp:revision>
  <dcterms:created xsi:type="dcterms:W3CDTF">2024-12-31T09:40:01Z</dcterms:created>
  <dcterms:modified xsi:type="dcterms:W3CDTF">2025-02-08T13:41:17Z</dcterms:modified>
</cp:coreProperties>
</file>